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4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1" r:id="rId15"/>
    <p:sldId id="272" r:id="rId16"/>
    <p:sldId id="273" r:id="rId17"/>
    <p:sldId id="274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B3E31BD-2CE4-490D-B11A-1344BAA6819D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0A8CA-5B12-4161-A6AD-976FA8B15023}" type="slidenum">
              <a:rPr lang="en-IN" smtClean="0"/>
              <a:t>‹#›</a:t>
            </a:fld>
            <a:endParaRPr lang="en-IN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44174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E31BD-2CE4-490D-B11A-1344BAA6819D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0A8CA-5B12-4161-A6AD-976FA8B15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7662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E31BD-2CE4-490D-B11A-1344BAA6819D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0A8CA-5B12-4161-A6AD-976FA8B15023}" type="slidenum">
              <a:rPr lang="en-IN" smtClean="0"/>
              <a:t>‹#›</a:t>
            </a:fld>
            <a:endParaRPr lang="en-IN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61101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E31BD-2CE4-490D-B11A-1344BAA6819D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0A8CA-5B12-4161-A6AD-976FA8B15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751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E31BD-2CE4-490D-B11A-1344BAA6819D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0A8CA-5B12-4161-A6AD-976FA8B15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1876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E31BD-2CE4-490D-B11A-1344BAA6819D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0A8CA-5B12-4161-A6AD-976FA8B15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3797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E31BD-2CE4-490D-B11A-1344BAA6819D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0A8CA-5B12-4161-A6AD-976FA8B15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2902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E31BD-2CE4-490D-B11A-1344BAA6819D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0A8CA-5B12-4161-A6AD-976FA8B15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7233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E31BD-2CE4-490D-B11A-1344BAA6819D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0A8CA-5B12-4161-A6AD-976FA8B15023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33639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E31BD-2CE4-490D-B11A-1344BAA6819D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0A8CA-5B12-4161-A6AD-976FA8B150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266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E31BD-2CE4-490D-B11A-1344BAA6819D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0A8CA-5B12-4161-A6AD-976FA8B15023}" type="slidenum">
              <a:rPr lang="en-IN" smtClean="0"/>
              <a:t>‹#›</a:t>
            </a:fld>
            <a:endParaRPr lang="en-IN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5026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B3E31BD-2CE4-490D-B11A-1344BAA6819D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FAB0A8CA-5B12-4161-A6AD-976FA8B15023}" type="slidenum">
              <a:rPr lang="en-IN" smtClean="0"/>
              <a:t>‹#›</a:t>
            </a:fld>
            <a:endParaRPr lang="en-IN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4557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EEF6B-10D0-D910-6551-311DB85BB8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Söhne"/>
              </a:rPr>
              <a:t>Using </a:t>
            </a:r>
            <a:r>
              <a:rPr lang="en-US" dirty="0" err="1">
                <a:latin typeface="Söhne"/>
              </a:rPr>
              <a:t>matlab</a:t>
            </a:r>
            <a:r>
              <a:rPr lang="en-US" dirty="0">
                <a:latin typeface="Söhne"/>
              </a:rPr>
              <a:t> to I</a:t>
            </a:r>
            <a:r>
              <a:rPr lang="en-US" b="0" i="0" dirty="0">
                <a:effectLst/>
                <a:latin typeface="Söhne"/>
              </a:rPr>
              <a:t>solating a desired object in an image and finding it's diameter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87BC76-6395-43F7-5B76-B9A6955118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6112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46D69-2D01-2E15-5981-A5325FCD2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+mn-lt"/>
              </a:rPr>
              <a:t>Motivations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FEDF89-BB75-683D-1188-A494B66D4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Measuring objects within an image or frame can be an important capability for many applications where computer vision is requited instead of making physical measurements. Here are some key motivations: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Quality Control: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manufacturing or production processes, ensuring the dimensional accuracy of components is essential for maintaining product quality.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Forensic Investigations: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forensic science, analysing image to measure the diameter of objects like tool marks or abrasions can provide valuable evidence for criminal investigations.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Diagnostics and Monitoring: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fields like medicine and biology, measuring the diameter of structures such as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tumors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cells or organs can be crucial for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diagonosis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7983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DDDCE-A85B-F91F-5575-1817B0407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Process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DD06B-9FEC-9B55-F0EE-62F84CFD6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6696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C9007-C6AE-9359-61D6-BB4EB1D10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Complete code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C3A0B94-320A-2505-C6E2-C4E640076E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4535" y="1591180"/>
            <a:ext cx="4477375" cy="305795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FBE71F-054F-7DE7-0E9F-35D358F0A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IN" dirty="0" err="1"/>
              <a:t>sa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DD412D-35AF-D9A2-03A5-C7AC3E9B15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691" y="933863"/>
            <a:ext cx="5106113" cy="4372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E2C269-ED05-22F8-37F5-DEA95AF99872}"/>
              </a:ext>
            </a:extLst>
          </p:cNvPr>
          <p:cNvSpPr txBox="1"/>
          <p:nvPr/>
        </p:nvSpPr>
        <p:spPr>
          <a:xfrm>
            <a:off x="2103120" y="5355085"/>
            <a:ext cx="6748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Looking at the entire code at once can be a bit challenging so let us go through the code and try to understand the algorithm one step at a time. </a:t>
            </a:r>
          </a:p>
        </p:txBody>
      </p:sp>
    </p:spTree>
    <p:extLst>
      <p:ext uri="{BB962C8B-B14F-4D97-AF65-F5344CB8AC3E}">
        <p14:creationId xmlns:p14="http://schemas.microsoft.com/office/powerpoint/2010/main" val="4514781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FDFBB0D-81E1-135A-B6A1-FAC8E1FB0F25}"/>
              </a:ext>
            </a:extLst>
          </p:cNvPr>
          <p:cNvSpPr txBox="1"/>
          <p:nvPr/>
        </p:nvSpPr>
        <p:spPr>
          <a:xfrm>
            <a:off x="513347" y="481263"/>
            <a:ext cx="527785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us take the image of a volleyball for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75B4BB-B5BC-F7DF-BA04-1C7CFFAB6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2" y="333635"/>
            <a:ext cx="5165557" cy="30953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35352C-6E11-C545-3BA9-2953FF320020}"/>
              </a:ext>
            </a:extLst>
          </p:cNvPr>
          <p:cNvSpPr txBox="1"/>
          <p:nvPr/>
        </p:nvSpPr>
        <p:spPr>
          <a:xfrm>
            <a:off x="641684" y="3850105"/>
            <a:ext cx="514951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 must  import the image in MATLAB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0D6A76-5BCD-D0A1-0A78-BE7615C3A6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7031" y="4556173"/>
            <a:ext cx="6584969" cy="110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689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E0AD4C-184B-54F0-9250-A92C0FAD4E93}"/>
              </a:ext>
            </a:extLst>
          </p:cNvPr>
          <p:cNvSpPr txBox="1"/>
          <p:nvPr/>
        </p:nvSpPr>
        <p:spPr>
          <a:xfrm>
            <a:off x="449179" y="529389"/>
            <a:ext cx="47484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need to modify this image to differentiate the background from the desired objects.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E1CC4B-CF07-FDF3-2808-DD3E3EB108BF}"/>
              </a:ext>
            </a:extLst>
          </p:cNvPr>
          <p:cNvSpPr txBox="1"/>
          <p:nvPr/>
        </p:nvSpPr>
        <p:spPr>
          <a:xfrm>
            <a:off x="5871411" y="529389"/>
            <a:ext cx="529389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this we 1</a:t>
            </a:r>
            <a:r>
              <a:rPr lang="en-IN" sz="24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divide the image into three images based on the intensities of red, green and blue components within the image.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F06CB5-479F-ED0E-5551-6835E4CB1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237" y="2579898"/>
            <a:ext cx="8448347" cy="391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990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10E75C-3EF5-1E42-18CA-9BAB72814B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4732" y="753628"/>
            <a:ext cx="6516009" cy="502990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CEB8B6-8B32-C8D4-9C31-A4C8A89BE843}"/>
              </a:ext>
            </a:extLst>
          </p:cNvPr>
          <p:cNvSpPr txBox="1"/>
          <p:nvPr/>
        </p:nvSpPr>
        <p:spPr>
          <a:xfrm>
            <a:off x="416366" y="2299083"/>
            <a:ext cx="47965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clearly see that the blue plane has the most contrast between the object and background so we shall convert it into the binary image  of the desired intensity.</a:t>
            </a:r>
          </a:p>
        </p:txBody>
      </p:sp>
    </p:spTree>
    <p:extLst>
      <p:ext uri="{BB962C8B-B14F-4D97-AF65-F5344CB8AC3E}">
        <p14:creationId xmlns:p14="http://schemas.microsoft.com/office/powerpoint/2010/main" val="182448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435F95-63D4-C583-CC74-D77303466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177" y="802106"/>
            <a:ext cx="6919957" cy="15754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485C8C6-A62D-009D-162E-386E396E8C7C}"/>
              </a:ext>
            </a:extLst>
          </p:cNvPr>
          <p:cNvSpPr txBox="1"/>
          <p:nvPr/>
        </p:nvSpPr>
        <p:spPr>
          <a:xfrm>
            <a:off x="224589" y="689811"/>
            <a:ext cx="418699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turn the blue plane into a binary image where pixels with intensity less than 0.6 are converted to 0(black) and the rest are converted to 1(white).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32BDB2E-8B15-A449-F9C5-3191ADFEC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7250" y="2377543"/>
            <a:ext cx="4980728" cy="37887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65551A8-A5C7-3D85-EAA4-20AD438AA09D}"/>
              </a:ext>
            </a:extLst>
          </p:cNvPr>
          <p:cNvSpPr txBox="1"/>
          <p:nvPr/>
        </p:nvSpPr>
        <p:spPr>
          <a:xfrm>
            <a:off x="512866" y="3429000"/>
            <a:ext cx="37222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we can se there is a bit of noise in in the resulting binary image so next we will attempt to remove this noise.</a:t>
            </a:r>
          </a:p>
        </p:txBody>
      </p:sp>
    </p:spTree>
    <p:extLst>
      <p:ext uri="{BB962C8B-B14F-4D97-AF65-F5344CB8AC3E}">
        <p14:creationId xmlns:p14="http://schemas.microsoft.com/office/powerpoint/2010/main" val="435068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75B4F5-B66C-7361-927E-2DC71DB3E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6508" y="1379621"/>
            <a:ext cx="6804406" cy="85628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813AE2-3B36-A4EB-6712-245CE0F7F34B}"/>
              </a:ext>
            </a:extLst>
          </p:cNvPr>
          <p:cNvSpPr txBox="1"/>
          <p:nvPr/>
        </p:nvSpPr>
        <p:spPr>
          <a:xfrm>
            <a:off x="431086" y="1466628"/>
            <a:ext cx="42511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function fills holes in the input binary image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7F418E-3879-B7C8-6148-406EAACE4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6446" y="2700119"/>
            <a:ext cx="5043801" cy="38439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B66E8DF-153F-109A-1AFF-9F31736ABED3}"/>
              </a:ext>
            </a:extLst>
          </p:cNvPr>
          <p:cNvSpPr txBox="1"/>
          <p:nvPr/>
        </p:nvSpPr>
        <p:spPr>
          <a:xfrm>
            <a:off x="832641" y="4329543"/>
            <a:ext cx="38496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holes were filled.</a:t>
            </a:r>
          </a:p>
        </p:txBody>
      </p:sp>
    </p:spTree>
    <p:extLst>
      <p:ext uri="{BB962C8B-B14F-4D97-AF65-F5344CB8AC3E}">
        <p14:creationId xmlns:p14="http://schemas.microsoft.com/office/powerpoint/2010/main" val="3925490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06584A-43D5-44F9-23D5-F42DB76C7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2560" y="1090863"/>
            <a:ext cx="7613218" cy="11069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2891A9E-D225-239F-11BE-F28565957EE4}"/>
              </a:ext>
            </a:extLst>
          </p:cNvPr>
          <p:cNvSpPr txBox="1"/>
          <p:nvPr/>
        </p:nvSpPr>
        <p:spPr>
          <a:xfrm>
            <a:off x="224589" y="898358"/>
            <a:ext cx="3657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function removes any continuous segment of white pixels connected to the border of the image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CDB550-9C4A-785C-79C3-C91707485C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7214" y="2468018"/>
            <a:ext cx="5306828" cy="41275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838E92-A5A1-A011-1FA9-9062315BCF0D}"/>
              </a:ext>
            </a:extLst>
          </p:cNvPr>
          <p:cNvSpPr txBox="1"/>
          <p:nvPr/>
        </p:nvSpPr>
        <p:spPr>
          <a:xfrm>
            <a:off x="721895" y="3429000"/>
            <a:ext cx="39142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Unfortunately there were no white segments touching the image border in this example.</a:t>
            </a:r>
          </a:p>
        </p:txBody>
      </p:sp>
    </p:spTree>
    <p:extLst>
      <p:ext uri="{BB962C8B-B14F-4D97-AF65-F5344CB8AC3E}">
        <p14:creationId xmlns:p14="http://schemas.microsoft.com/office/powerpoint/2010/main" val="2631028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2B04117-E163-26A8-A49F-E0E473226F25}"/>
              </a:ext>
            </a:extLst>
          </p:cNvPr>
          <p:cNvSpPr txBox="1"/>
          <p:nvPr/>
        </p:nvSpPr>
        <p:spPr>
          <a:xfrm>
            <a:off x="182880" y="1078992"/>
            <a:ext cx="34747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removes small white blobs of radius less than 5 pixels.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6E8BAE-2337-3411-1484-9F9AE44C66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235" y="2538288"/>
            <a:ext cx="5327485" cy="435039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8EBC98-D3ED-80DE-FD8B-FF9149D66383}"/>
              </a:ext>
            </a:extLst>
          </p:cNvPr>
          <p:cNvSpPr txBox="1"/>
          <p:nvPr/>
        </p:nvSpPr>
        <p:spPr>
          <a:xfrm>
            <a:off x="182880" y="3429000"/>
            <a:ext cx="42062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we can see that after all these steps we have successfully isolated the desired object from the background.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E951E5E-8F31-4260-6AB9-EDB7BF4D5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1333" y="1078992"/>
            <a:ext cx="6937809" cy="107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250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AAA5DA-C0AD-3D65-BB6C-53C9B131B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375" y="1499408"/>
            <a:ext cx="6682803" cy="69515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2C1D545-39CC-0190-178B-442CF474F6A6}"/>
              </a:ext>
            </a:extLst>
          </p:cNvPr>
          <p:cNvSpPr txBox="1"/>
          <p:nvPr/>
        </p:nvSpPr>
        <p:spPr>
          <a:xfrm>
            <a:off x="512064" y="1499408"/>
            <a:ext cx="40416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function measures the longest diameter in pixels and since we did not end the line with a ‘;’ we will get measurement as output int the command window.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2FB273-F64D-7844-51B2-9222265934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418" y="3001780"/>
            <a:ext cx="5866942" cy="27774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D0DC11-4BFE-939B-DCE5-FC382F8FCFDF}"/>
              </a:ext>
            </a:extLst>
          </p:cNvPr>
          <p:cNvSpPr txBox="1"/>
          <p:nvPr/>
        </p:nvSpPr>
        <p:spPr>
          <a:xfrm>
            <a:off x="420624" y="4390498"/>
            <a:ext cx="43147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se that the diameter of the ball comes out to 288.3 pixels according to the algorithm.</a:t>
            </a:r>
          </a:p>
        </p:txBody>
      </p:sp>
    </p:spTree>
    <p:extLst>
      <p:ext uri="{BB962C8B-B14F-4D97-AF65-F5344CB8AC3E}">
        <p14:creationId xmlns:p14="http://schemas.microsoft.com/office/powerpoint/2010/main" val="1646290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DE11B0-7AA0-CF95-2FDB-3E239245A0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397" y="607646"/>
            <a:ext cx="4243286" cy="202582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7B93911-3DF9-964A-7433-E18490F95062}"/>
              </a:ext>
            </a:extLst>
          </p:cNvPr>
          <p:cNvSpPr txBox="1"/>
          <p:nvPr/>
        </p:nvSpPr>
        <p:spPr>
          <a:xfrm>
            <a:off x="384048" y="548640"/>
            <a:ext cx="552297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compare the answer ourselves using the distance tool created by ‘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imdistline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 function on the original image.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E8D018-0816-67C8-AB32-D34CC6FD6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8085" y="2898452"/>
            <a:ext cx="4991797" cy="334374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2A682D-C01F-13F1-26C3-E8A64C966C83}"/>
              </a:ext>
            </a:extLst>
          </p:cNvPr>
          <p:cNvSpPr txBox="1"/>
          <p:nvPr/>
        </p:nvSpPr>
        <p:spPr>
          <a:xfrm>
            <a:off x="676656" y="3090672"/>
            <a:ext cx="4480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we can se the answer we got from the algorithm is close to the actual diameter of the volleyball.</a:t>
            </a:r>
          </a:p>
        </p:txBody>
      </p:sp>
    </p:spTree>
    <p:extLst>
      <p:ext uri="{BB962C8B-B14F-4D97-AF65-F5344CB8AC3E}">
        <p14:creationId xmlns:p14="http://schemas.microsoft.com/office/powerpoint/2010/main" val="1947349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8167C-F7E5-5A9D-4AE7-415851B113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Some other examples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E1DA7A-5362-0EBF-4721-69EC3A55EA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1226" y="2455806"/>
            <a:ext cx="5208845" cy="346405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F474A79-05C1-E558-B1EF-A68C65186A29}"/>
              </a:ext>
            </a:extLst>
          </p:cNvPr>
          <p:cNvSpPr txBox="1"/>
          <p:nvPr/>
        </p:nvSpPr>
        <p:spPr>
          <a:xfrm>
            <a:off x="593558" y="2743200"/>
            <a:ext cx="41067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it is IPL season let us take the example of a cricket ball.</a:t>
            </a:r>
          </a:p>
        </p:txBody>
      </p:sp>
    </p:spTree>
    <p:extLst>
      <p:ext uri="{BB962C8B-B14F-4D97-AF65-F5344CB8AC3E}">
        <p14:creationId xmlns:p14="http://schemas.microsoft.com/office/powerpoint/2010/main" val="21023975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450E48-3A5C-22D3-494A-1F1F8CD79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401" y="999786"/>
            <a:ext cx="6258798" cy="485842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6572A24-7291-9476-9BFF-6AA5A68B9AEB}"/>
              </a:ext>
            </a:extLst>
          </p:cNvPr>
          <p:cNvSpPr txBox="1"/>
          <p:nvPr/>
        </p:nvSpPr>
        <p:spPr>
          <a:xfrm>
            <a:off x="465221" y="1395663"/>
            <a:ext cx="39303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Again blue plane has the best contrast between object and fore ground.</a:t>
            </a:r>
          </a:p>
        </p:txBody>
      </p:sp>
    </p:spTree>
    <p:extLst>
      <p:ext uri="{BB962C8B-B14F-4D97-AF65-F5344CB8AC3E}">
        <p14:creationId xmlns:p14="http://schemas.microsoft.com/office/powerpoint/2010/main" val="3197968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BEE198-3F5D-F6B1-31B7-C9A9E64A2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6214" y="609600"/>
            <a:ext cx="6768090" cy="14009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D9E97F-A252-F128-8A10-27D67EB351AD}"/>
              </a:ext>
            </a:extLst>
          </p:cNvPr>
          <p:cNvSpPr txBox="1"/>
          <p:nvPr/>
        </p:nvSpPr>
        <p:spPr>
          <a:xfrm>
            <a:off x="385011" y="609600"/>
            <a:ext cx="45238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important to carefully select the intensity values to be able to accurately  measure the object.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1D5A04E-FEF2-DFB5-9CB3-3C1725826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214" y="2235344"/>
            <a:ext cx="6768090" cy="45169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530616E-02E6-8CB7-ED37-9FE1168E8568}"/>
              </a:ext>
            </a:extLst>
          </p:cNvPr>
          <p:cNvSpPr txBox="1"/>
          <p:nvPr/>
        </p:nvSpPr>
        <p:spPr>
          <a:xfrm>
            <a:off x="577516" y="3128211"/>
            <a:ext cx="43313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see how well the noise suppression works in this example</a:t>
            </a:r>
          </a:p>
        </p:txBody>
      </p:sp>
    </p:spTree>
    <p:extLst>
      <p:ext uri="{BB962C8B-B14F-4D97-AF65-F5344CB8AC3E}">
        <p14:creationId xmlns:p14="http://schemas.microsoft.com/office/powerpoint/2010/main" val="39980684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2917250-3824-CFD5-9416-6B88BF6AFB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351"/>
            <a:ext cx="6950807" cy="47000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6E9CC6-BC89-669E-EA4A-482BD9D4E7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3277" y="1622916"/>
            <a:ext cx="5432954" cy="24542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A25640-8398-188C-2102-D50135A5F284}"/>
              </a:ext>
            </a:extLst>
          </p:cNvPr>
          <p:cNvSpPr txBox="1"/>
          <p:nvPr/>
        </p:nvSpPr>
        <p:spPr>
          <a:xfrm>
            <a:off x="1828800" y="5005137"/>
            <a:ext cx="7828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were able to get an almost exact measurement of the ball.</a:t>
            </a:r>
          </a:p>
        </p:txBody>
      </p:sp>
    </p:spTree>
    <p:extLst>
      <p:ext uri="{BB962C8B-B14F-4D97-AF65-F5344CB8AC3E}">
        <p14:creationId xmlns:p14="http://schemas.microsoft.com/office/powerpoint/2010/main" val="42117097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ADB35-12A4-7DFC-E65E-739F84BAF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6E3A81-EF93-B44B-4C04-408CACE61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Isolating a desired object in an image and finding it’s diameter has numerous applications across various field: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medical imaging, such as X-rays or MRI scans, identifying and measuring the diameter of tumours or other anomalies can aid in diagnosis and treatment.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Astronomy: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Astronomers often need to measure the apparent size of celestial objects. Isolating these objects in astronomical images and measuring their diameters can provide valuable data.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Robotics and automation: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automation , identifying and measuring objects’ diameters in images can be essential for tasks like object manipulation, sorting, or assembly.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9736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D7A34-A246-8EAF-81EF-11F950243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6F1854-AD25-6796-6056-64BCF57DD0D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40951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243</TotalTime>
  <Words>659</Words>
  <Application>Microsoft Office PowerPoint</Application>
  <PresentationFormat>Widescreen</PresentationFormat>
  <Paragraphs>39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Söhne</vt:lpstr>
      <vt:lpstr>Times New Roman</vt:lpstr>
      <vt:lpstr>Tw Cen MT</vt:lpstr>
      <vt:lpstr>Tw Cen MT Condensed</vt:lpstr>
      <vt:lpstr>Wingdings 3</vt:lpstr>
      <vt:lpstr>Integral</vt:lpstr>
      <vt:lpstr>Using matlab to Isolating a desired object in an image and finding it's diameter</vt:lpstr>
      <vt:lpstr>Motivations</vt:lpstr>
      <vt:lpstr>Process </vt:lpstr>
      <vt:lpstr>Complete code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Some other examples</vt:lpstr>
      <vt:lpstr>PowerPoint Presentation</vt:lpstr>
      <vt:lpstr>PowerPoint Presentation</vt:lpstr>
      <vt:lpstr>PowerPoint Presentation</vt:lpstr>
      <vt:lpstr>Applications</vt:lpstr>
      <vt:lpstr>Thankyou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Isolating a desired object in an image and finding it's diameter</dc:title>
  <dc:creator>Sachin S</dc:creator>
  <cp:lastModifiedBy>Sachin S</cp:lastModifiedBy>
  <cp:revision>4</cp:revision>
  <dcterms:created xsi:type="dcterms:W3CDTF">2024-04-22T22:55:20Z</dcterms:created>
  <dcterms:modified xsi:type="dcterms:W3CDTF">2025-11-30T16:28:56Z</dcterms:modified>
</cp:coreProperties>
</file>